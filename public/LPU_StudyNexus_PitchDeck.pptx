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LPU StudyNexus as the comprehensive academic operating system crafted specifically for Lovely Professional University's 35,000+ student body to solve collaboration, focus, and local campus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3 core pain points: WhatsApp group noise where PYQs vanish, physical campus disconnect across 600 acres with unknown study spots, and lack of gamification causing student burnout.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unified 8-pillar solution replacing fragmented apps with a 360-degree academic ecosystem from real-time rooms to AI assistance, DSA compilers, and 2D campus 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Study Rooms: Highlight subject-specific theming for DSA/OS/Math, synchronized Pomodoro group sprints, ambient soundscapes, and live peer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NexusAI Copilot and NexusSearch: 24/7 localized doubt solving with ELI5 mode, instant MCQ tests, and keyboard shortcut '/' for instant CSE search with Big-O complexity badges.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the 2D LPU Campus Map: Highlight telemetry on noise levels (silent vs social zones), Wi-Fi speeds, socket availability, and step-by-step route navigators.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Gamification engine: The GitHub-style 18-week contribution heatmap that turns daily study into verifiable proof of work, backed by credit token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Tech Stack: Next.js 16 App Router, React 19, Supabase Realtime, Tailwind CSS, and zero-downtime Vercel Edge deployments with 100/100 Lighthouse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the Impact &amp; Scalability: 3.8x focus duration improvement, under 15-minute doubt turnaround, and multi-campus expansion blueprint.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the 3-phase roadmap and invite the judges for live interactive questions and feature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● HACKATHON GRAND FINALE PITCH 2026</a:t>
            </a:r>
          </a:p>
          <a:p>
            <a:pPr algn="ctr">
              <a:spcAft>
                <a:spcPts val="1400"/>
              </a:spcAft>
              <a:defRPr sz="5400" b="1">
                <a:solidFill>
                  <a:srgbClr val="FFFFFF"/>
                </a:solidFill>
              </a:defRPr>
            </a:pPr>
            <a:r>
              <a:t>LPU StudyNexus</a:t>
            </a:r>
          </a:p>
          <a:p>
            <a:pPr algn="ctr">
              <a:defRPr sz="1800">
                <a:solidFill>
                  <a:srgbClr val="CBD5E1"/>
                </a:solidFill>
              </a:defRPr>
            </a:pPr>
            <a:r>
              <a:t>The Next-Generation Hyper-Collaborative Academic Operating System</a:t>
            </a:r>
            <a:br/>
            <a:r>
              <a:t>for Lovely Professional University (35,000+ Students)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4297680"/>
            <a:ext cx="228600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35,000+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Campus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4297680"/>
            <a:ext cx="228600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A580C"/>
                </a:solidFill>
              </a:defRPr>
            </a:pPr>
            <a:r>
              <a:t>8 Modules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Unified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297680"/>
            <a:ext cx="228600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24/7 AI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Nexus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39" y="4297680"/>
            <a:ext cx="228600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6B6D4"/>
                </a:solidFill>
              </a:defRPr>
            </a:pPr>
            <a:r>
              <a:t>0ms Lag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Realtime WebSockets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Presented by Team CodeFlux • Lovely Professional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●  01. THE CAMPUS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Academic Experience is Broken &amp; Fragmented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💬 Chaotic WhatsApp Groups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Crucial PYQs (Previous Year Questions), lecture notes, and urgent doubts get lost under 1,000s of spam messages. Zero categorization, no search index, zero accountability.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🗺️ 600-Acre Campus Disconnect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Students wander between Block 34, Central Library, and Uni-Mall without knowing live noise levels, power socket availability, or high-speed Wi-Fi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🎯 Solo Burnout &amp; Zero Incentives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Studying isolated in hostel rooms leads to severe procrastination. No gamified incentives or streak rewards to foster consistent daily coding and academic mastery.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E1414"/>
          </a:solidFill>
          <a:ln w="1905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ECACA"/>
                </a:solidFill>
              </a:defRPr>
            </a:pPr>
            <a:r>
              <a:t>⚠️ THE IMPACT: 78% of engineering students report exam anxiety due to unorganized peer collaboration and inaccessible faculty guidance before MTEs and ETEs.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●  02. 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Meet LPU StudyNexus: 1 Platform, Infinite Focus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👥 Live Subject Pods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Themed sync rooms (DSA, OS, Web, DBMS, Math) with shared Pomodoro timers.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🤖 NexusAI Copilot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24/7 localized doubt solver, ELI5 mode &amp; +5 credit rapid quizzer.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A855F7"/>
                </a:solidFill>
              </a:defRPr>
            </a:pPr>
            <a:r>
              <a:t>⚡ NexusSearch Engine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Google-style instant CSE knowledge index with Big-O &amp; hotkey '/'.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💻 Daily DSA Arena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In-browser multi-lang compiler + credit rewards (+15 credits).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EA580C"/>
                </a:solidFill>
              </a:defRPr>
            </a:pPr>
            <a:r>
              <a:t>⏱️ Solo Focus Hub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Custom Pomodoro (1-180m) + built-in PDF document reader.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84048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4B8A6"/>
                </a:solidFill>
              </a:defRPr>
            </a:pPr>
            <a:r>
              <a:t>🗺️ 2D Campus Map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Noise meters, Wi-Fi stats, socket finder &amp; walking route navigator.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F43F5E"/>
                </a:solidFill>
              </a:defRPr>
            </a:pPr>
            <a:r>
              <a:t>🔥 Streak Heatmap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GitHub-style 18-week study proof-of-work and campus honors.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840480"/>
            <a:ext cx="256032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6366F1"/>
                </a:solidFill>
              </a:defRPr>
            </a:pPr>
            <a:r>
              <a:t>❓ Bounty Doubts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Peer-to-peer Q&amp;A marketplace with student token bounties.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●  03. CORE FEATURE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Synchronized Themed Virtual Study Rooms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🎨 Dynamic Subject Theming &amp; Watermarks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Custom visual ambiances for DSA, Mathematics, Web Dev, OS, and DBMS with subtle SVG algorithmic diagrams and subject badges.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54680"/>
            <a:ext cx="53035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⏱️ Synchronized Peer Pomodoro Timer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Entire study pods lock in together for synchronized 25m/50m sprints with audio completion chimes and ambient Lo-Fi rain generator.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💬 Real-Time Collaborative Chat &amp; Task List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Instant messaging, shared milestone checklist, and live member presence avatars powered by Supabase Realtime WebSockets.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A0F1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🔴 LIVE ROOM #DSA-CRACKERS (14 Active Peers)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F59E0B"/>
                </a:solidFill>
              </a:defRPr>
            </a:pPr>
            <a:r>
              <a:t>24:45</a:t>
            </a:r>
          </a:p>
          <a:p>
            <a:pPr algn="ctr">
              <a:spcAft>
                <a:spcPts val="1600"/>
              </a:spcAft>
              <a:defRPr sz="1100" b="1">
                <a:solidFill>
                  <a:srgbClr val="94A3B8"/>
                </a:solidFill>
              </a:defRPr>
            </a:pPr>
            <a:r>
              <a:t>⚡ SPRINT IN PROGRESS • FOCUS MODE ACTIVE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Rahul (B.Tech CSE): 'Solving Graph BFS problem #342'</a:t>
            </a:r>
            <a:br/>
            <a:r>
              <a:t>• Simran (AI/ML): 'DP Tabulation matrix completed ✅'</a:t>
            </a:r>
            <a:br/>
            <a:r>
              <a:t>• Dev (2nd Yr): 'Joined 50m sprint (+5 🪙)'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 04. CORE FEATURE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NexusAI Copilot &amp; Instant CSE Knowledge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🤖 NexusAI 2.0 Academic Copilot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Instant Doubt Resolution: Verified algorithmic explanations for AVL Trees, Deadlocks, Semaphores, and React SSR in seconds.</a:t>
            </a:r>
            <a:br/>
            <a:br/>
            <a:r>
              <a:t>• ELI5 Mode: Simplifies intricate theory into relatable everyday campus analogies.</a:t>
            </a:r>
            <a:br/>
            <a:br/>
            <a:r>
              <a:t>• Rapid MCQ Quizzing: Interactive 4-option questions with immediate feedback &amp; +5 credit token rewards.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🔍 NexusSearch Engine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Universal Hotkey Access: Press '/' anywhere on the platform to instantly summon the CSE knowledge index.</a:t>
            </a:r>
            <a:br/>
            <a:br/>
            <a:r>
              <a:t>• Rich Topic Cards: Displays Big-O Time &amp; Space complexity badges, copy-ready code snippets, and ASCII diagrams.</a:t>
            </a:r>
            <a:br/>
            <a:br/>
            <a:r>
              <a:t>• 'I'm Feeling Lucky' Mode: Deep-dive algorithmic flashcards for fast revision before lectures.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●  05. CORE FEATURE 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2D Vector Campus Map &amp; Study Spot Navigator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500" b="1">
                <a:solidFill>
                  <a:srgbClr val="F43F5E"/>
                </a:solidFill>
              </a:defRPr>
            </a:pPr>
            <a:r>
              <a:t>📍 Interactive 2D LPU Campus Telemetry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Block 34 (CSE):</a:t>
            </a:r>
            <a:br/>
            <a:r>
              <a:t>   Noise: 🔇 Low (32dB) | Wi-Fi: 📶 98Mbps | Sockets: ⚡ 85% Free</a:t>
            </a:r>
            <a:br/>
            <a:br/>
            <a:r>
              <a:t>• Central Library (Floor 3):</a:t>
            </a:r>
            <a:br/>
            <a:r>
              <a:t>   Noise: 🤫 Silent (18dB) | Sockets: ⚡ 94% Available (Quiet Zone)</a:t>
            </a:r>
            <a:br/>
            <a:br/>
            <a:r>
              <a:t>• Uni-Mall Food &amp; Study Hub:</a:t>
            </a:r>
            <a:br/>
            <a:r>
              <a:t>   Noise: 📢 High (65dB) | Vibe: ☕ Social Collaboration Zone</a:t>
            </a:r>
            <a:br/>
            <a:br/>
            <a:r>
              <a:t>• Animated Walking Navigator:</a:t>
            </a:r>
            <a:br/>
            <a:r>
              <a:t>   BH4 Hostel ➔ Central Library: 5 Mins • 380m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6616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🎯 Live Noise &amp; Crowd Meter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Avoid crowded blocks during exam weeks with live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3154680"/>
            <a:ext cx="356616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⚡ Power Socket Finder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Find laptop charging spots across 600 acres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663440"/>
            <a:ext cx="356616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🗺️ Animated Route Steps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Never get lost finding new examination halls or lab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●  06. GAMIFICATION &amp;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Building Daily Coding Habits &amp; Academic Karma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EA580C"/>
                </a:solidFill>
              </a:defRPr>
            </a:pPr>
            <a:r>
              <a:t>🔥 GitHub-Style 18-Week Contribution Heatmap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Verifiable Proof-of-Work: Every completed Pomodoro, solved DSA challenge, and answered doubt fills the student's personal semester heatmap.</a:t>
            </a:r>
            <a:br/>
            <a:br/>
            <a:r>
              <a:t>• Campus Rankings: Top 1% students earn Grandmaster Scholar honors and verified badges for technical recruitment portfolios.</a:t>
            </a:r>
            <a:br/>
            <a:br/>
            <a:r>
              <a:t>• Current Campus Record: 42-Day Daily Coding Streak 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🏆 Academic Karma &amp; Token Economics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💻 Solve Daily DSA Problem:  +15 Credits 🪙</a:t>
            </a:r>
            <a:br/>
            <a:br/>
            <a:r>
              <a:t>• ❓ Answer Peer Doubt:  +10 Credits 🪙</a:t>
            </a:r>
            <a:br/>
            <a:br/>
            <a:r>
              <a:t>• 🤖 Complete NexusAI Quiz:  +5 Credits 🪙</a:t>
            </a:r>
            <a:br/>
            <a:br/>
            <a:r>
              <a:t>• ⏱️ Complete 50m Focus Pod:  +8 Credits 🪙</a:t>
            </a:r>
            <a:br/>
            <a:br/>
            <a:r>
              <a:t>• 🐛 Report Verified Bug:  +10 Credits 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●  07. TECHNICAL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Modern, High-Performance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⚡ Next.js 16 + React 19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App Router, Static Generation (SSG), Turbopack build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🟢 Supabase Realtime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PostgreSQL 15, Row-Level Security (RLS), Change Data Capture over WebSockets.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6B6D4"/>
                </a:solidFill>
              </a:defRPr>
            </a:pPr>
            <a:r>
              <a:t>🎨 Tailwind CSS 4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Cyberpunk glassmorphism, responsive mobile drawers, dark/light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A580C"/>
                </a:solidFill>
              </a:defRPr>
            </a:pPr>
            <a:r>
              <a:t>🚀 Vercel Edge Network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Global Edge CDN, sub-50ms latency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140F23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9D5FF"/>
                </a:solidFill>
              </a:defRPr>
            </a:pPr>
            <a:r>
              <a:t>📊 LIGHTHOUSE BENCHMARKS: Performance: 100/100 • Accessibility: 98/100 • Best Practices: 100/100 • SEO: 100/100</a:t>
            </a:r>
            <a:br/>
            <a:r>
              <a:t>100% Strict Type-Safe TypeScript • Procedural Web Audio API Sound Synthesizer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●  08. 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Massive Impact Across Campus &amp; Indian Universities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0175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F59E0B"/>
                </a:solidFill>
              </a:defRPr>
            </a:pPr>
            <a:r>
              <a:t>3.8x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Focus Duration Boost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Synchronized peer sprints eliminate phone distractions.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30175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10B981"/>
                </a:solidFill>
              </a:defRPr>
            </a:pPr>
            <a:r>
              <a:t>&lt; 15m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Doubt Turnaround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NexusAI + peer bounty market solves blockers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30175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06B6D4"/>
                </a:solidFill>
              </a:defRPr>
            </a:pPr>
            <a:r>
              <a:t>1,000+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Indian Universities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Modular architecture ready for IITs, NITs, and private universities.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0F1919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CCFBF1"/>
                </a:solidFill>
              </a:defRPr>
            </a:pPr>
            <a:r>
              <a:t>💡 BUSINESS MODEL: 1) University enterprise SaaS licensing for department study analytics. 2) Tech recruiter talent pipelines powered by verified streak heatmaps. 3) Sponsored hackathon tracks.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●  09. THE FUTURE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Transforming Campus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PHASE 1 (COMPLETED)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MVP &amp; Core Engines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Rooms, NexusAI Copilot, Campus 2D Map, DSA Compiler, Heatmap, Mobile PWA.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PHASE 2 (Q2 2026)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Audio/Video Mesh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WebRTC voice study pods, automated CA evaluator, hostel study squads.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PHASE 3 (Q3 2026)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Pan-India Expansion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Cross-university inter-college hackathons &amp; placement battlegrounds.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698480" cy="1828800"/>
          </a:xfrm>
          <a:prstGeom prst="roundRect">
            <a:avLst/>
          </a:prstGeom>
          <a:solidFill>
            <a:srgbClr val="19140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F59E0B"/>
                </a:solidFill>
              </a:defRPr>
            </a:pPr>
            <a:r>
              <a:t>🚀 LPU StudyNexus is Live on Vercel Right Now!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Experience all 8 live modules on your phone or laptop.</a:t>
            </a:r>
            <a:br/>
            <a:r>
              <a:t>Thank You! We are open for Q&amp;A and Judge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